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50" d="100"/>
          <a:sy n="50" d="100"/>
        </p:scale>
        <p:origin x="22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356703"/>
            <a:ext cx="10363200" cy="501340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563446"/>
            <a:ext cx="9144000" cy="347671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37B2-4E57-434B-AE83-63326867F0EC}" type="datetimeFigureOut">
              <a:rPr lang="en-NL" smtClean="0"/>
              <a:t>13/03/2026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3D54-08A5-46AE-A3BC-2795369E3E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03548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37B2-4E57-434B-AE83-63326867F0EC}" type="datetimeFigureOut">
              <a:rPr lang="en-NL" smtClean="0"/>
              <a:t>13/03/2026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3D54-08A5-46AE-A3BC-2795369E3E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04079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590057"/>
            <a:ext cx="10515600" cy="5990088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636813"/>
            <a:ext cx="10515600" cy="315004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37B2-4E57-434B-AE83-63326867F0EC}" type="datetimeFigureOut">
              <a:rPr lang="en-NL" smtClean="0"/>
              <a:t>13/03/2026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3D54-08A5-46AE-A3BC-2795369E3E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10502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833390"/>
            <a:ext cx="5181600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833390"/>
            <a:ext cx="5181600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37B2-4E57-434B-AE83-63326867F0EC}" type="datetimeFigureOut">
              <a:rPr lang="en-NL" smtClean="0"/>
              <a:t>13/03/2026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3D54-08A5-46AE-A3BC-2795369E3E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88740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66681"/>
            <a:ext cx="1051560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530053"/>
            <a:ext cx="5157787" cy="173002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260078"/>
            <a:ext cx="51577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530053"/>
            <a:ext cx="5183188" cy="173002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260078"/>
            <a:ext cx="5183188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37B2-4E57-434B-AE83-63326867F0EC}" type="datetimeFigureOut">
              <a:rPr lang="en-NL" smtClean="0"/>
              <a:t>13/03/2026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3D54-08A5-46AE-A3BC-2795369E3E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67271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37B2-4E57-434B-AE83-63326867F0EC}" type="datetimeFigureOut">
              <a:rPr lang="en-NL" smtClean="0"/>
              <a:t>13/03/2026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3D54-08A5-46AE-A3BC-2795369E3E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8024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37B2-4E57-434B-AE83-63326867F0EC}" type="datetimeFigureOut">
              <a:rPr lang="en-NL" smtClean="0"/>
              <a:t>13/03/2026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3D54-08A5-46AE-A3BC-2795369E3E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6681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60014"/>
            <a:ext cx="3932237" cy="336005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073367"/>
            <a:ext cx="6172200" cy="1023348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320064"/>
            <a:ext cx="3932237" cy="80034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37B2-4E57-434B-AE83-63326867F0EC}" type="datetimeFigureOut">
              <a:rPr lang="en-NL" smtClean="0"/>
              <a:t>13/03/2026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3D54-08A5-46AE-A3BC-2795369E3E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0105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60014"/>
            <a:ext cx="3932237" cy="336005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073367"/>
            <a:ext cx="6172200" cy="10233485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320064"/>
            <a:ext cx="3932237" cy="80034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37B2-4E57-434B-AE83-63326867F0EC}" type="datetimeFigureOut">
              <a:rPr lang="en-NL" smtClean="0"/>
              <a:t>13/03/2026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3D54-08A5-46AE-A3BC-2795369E3E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9244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37B2-4E57-434B-AE83-63326867F0EC}" type="datetimeFigureOut">
              <a:rPr lang="en-NL" smtClean="0"/>
              <a:t>13/03/2026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3D54-08A5-46AE-A3BC-2795369E3E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37577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6678"/>
            <a:ext cx="262890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66678"/>
            <a:ext cx="7734300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37B2-4E57-434B-AE83-63326867F0EC}" type="datetimeFigureOut">
              <a:rPr lang="en-NL" smtClean="0"/>
              <a:t>13/03/2026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3D54-08A5-46AE-A3BC-2795369E3E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44606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66681"/>
            <a:ext cx="1051560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833390"/>
            <a:ext cx="1051560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3346867"/>
            <a:ext cx="2743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E37B2-4E57-434B-AE83-63326867F0EC}" type="datetimeFigureOut">
              <a:rPr lang="en-NL" smtClean="0"/>
              <a:t>13/03/2026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3346867"/>
            <a:ext cx="41148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3346867"/>
            <a:ext cx="2743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83D54-08A5-46AE-A3BC-2795369E3E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04896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EB76302-830E-6D15-9057-2FB687D7D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91" y="1270417"/>
            <a:ext cx="5632627" cy="4066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D33E8F-524D-CA16-3707-F8137A6A9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618" y="1270418"/>
            <a:ext cx="4098192" cy="40981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78F3E2-EC82-2D98-342A-04BB413A1D72}"/>
              </a:ext>
            </a:extLst>
          </p:cNvPr>
          <p:cNvSpPr txBox="1"/>
          <p:nvPr/>
        </p:nvSpPr>
        <p:spPr>
          <a:xfrm>
            <a:off x="750730" y="629588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en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76B9F2-C1ED-8BC1-3BCB-1B67C7A23E3F}"/>
              </a:ext>
            </a:extLst>
          </p:cNvPr>
          <p:cNvSpPr txBox="1"/>
          <p:nvPr/>
        </p:nvSpPr>
        <p:spPr>
          <a:xfrm>
            <a:off x="7306456" y="81425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NL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7AF033-48AF-A1A6-85EB-D0FB3205A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91" y="6240461"/>
            <a:ext cx="10461347" cy="59725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5CCD8BA-4AD3-D133-0D95-CC5E89009164}"/>
              </a:ext>
            </a:extLst>
          </p:cNvPr>
          <p:cNvSpPr txBox="1"/>
          <p:nvPr/>
        </p:nvSpPr>
        <p:spPr>
          <a:xfrm>
            <a:off x="911191" y="5871129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7151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81B67B-7863-9C5C-179E-962C7B8CB7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 b="51081"/>
          <a:stretch>
            <a:fillRect/>
          </a:stretch>
        </p:blipFill>
        <p:spPr>
          <a:xfrm>
            <a:off x="0" y="2537849"/>
            <a:ext cx="6096000" cy="4561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88110D-660A-F348-8203-0FEC03182C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00" t="51234"/>
          <a:stretch>
            <a:fillRect/>
          </a:stretch>
        </p:blipFill>
        <p:spPr>
          <a:xfrm>
            <a:off x="6096000" y="2652942"/>
            <a:ext cx="5662816" cy="4446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177A06-DF4D-C384-1869-D565EE040C0D}"/>
              </a:ext>
            </a:extLst>
          </p:cNvPr>
          <p:cNvSpPr txBox="1"/>
          <p:nvPr/>
        </p:nvSpPr>
        <p:spPr>
          <a:xfrm>
            <a:off x="509430" y="236747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en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2882C-DA25-E3E5-2FD0-4E0C3F95257A}"/>
              </a:ext>
            </a:extLst>
          </p:cNvPr>
          <p:cNvSpPr txBox="1"/>
          <p:nvPr/>
        </p:nvSpPr>
        <p:spPr>
          <a:xfrm>
            <a:off x="6602224" y="225260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06758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484</TotalTime>
  <Words>5</Words>
  <Application>Microsoft Office PowerPoint</Application>
  <PresentationFormat>Custom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 T</dc:creator>
  <cp:lastModifiedBy>E T</cp:lastModifiedBy>
  <cp:revision>1</cp:revision>
  <dcterms:created xsi:type="dcterms:W3CDTF">2026-03-13T08:15:08Z</dcterms:created>
  <dcterms:modified xsi:type="dcterms:W3CDTF">2026-03-13T16:19:13Z</dcterms:modified>
</cp:coreProperties>
</file>